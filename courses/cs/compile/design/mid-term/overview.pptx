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62" r:id="rId5"/>
    <p:sldId id="267" r:id="rId6"/>
    <p:sldId id="260" r:id="rId7"/>
    <p:sldId id="258" r:id="rId8"/>
    <p:sldId id="270" r:id="rId9"/>
    <p:sldId id="271" r:id="rId10"/>
    <p:sldId id="277" r:id="rId11"/>
    <p:sldId id="278" r:id="rId12"/>
    <p:sldId id="268" r:id="rId13"/>
    <p:sldId id="25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1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r>
              <a:rPr lang="en-US"/>
              <a:t>Pascal-S2C</a:t>
            </a:r>
            <a:r>
              <a:rPr lang="zh-CN" altLang="en-US"/>
              <a:t>项目</a:t>
            </a:r>
            <a:br>
              <a:rPr lang="en-US"/>
            </a:br>
            <a:r>
              <a:rPr lang="en-US"/>
              <a:t>中期汇报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组长：陈子容</a:t>
            </a:r>
            <a:endParaRPr lang="zh-CN" altLang="en-US"/>
          </a:p>
          <a:p>
            <a:r>
              <a:rPr lang="zh-CN" altLang="en-US"/>
              <a:t>组员：付玉莹，计子毅，杨洛沣、张明辉、张艺鸿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本次内容概览</a:t>
            </a:r>
            <a:endParaRPr lang="zh-CN" alt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r>
              <a:rPr lang="en-US"/>
              <a:t>项目背景与目标</a:t>
            </a:r>
            <a:endParaRPr lang="en-US"/>
          </a:p>
          <a:p>
            <a:r>
              <a:rPr lang="en-US"/>
              <a:t>总体设计回顾</a:t>
            </a:r>
            <a:endParaRPr lang="en-US"/>
          </a:p>
          <a:p>
            <a:r>
              <a:rPr lang="en-US"/>
              <a:t>当前进展</a:t>
            </a:r>
            <a:endParaRPr lang="en-US"/>
          </a:p>
          <a:p>
            <a:r>
              <a:rPr lang="en-US"/>
              <a:t>阶段性成果展示</a:t>
            </a:r>
            <a:endParaRPr lang="en-US"/>
          </a:p>
          <a:p>
            <a:r>
              <a:rPr lang="en-US"/>
              <a:t>当前风险与不足</a:t>
            </a:r>
            <a:endParaRPr lang="en-US"/>
          </a:p>
          <a:p>
            <a:r>
              <a:rPr lang="en-US"/>
              <a:t>后续计划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项目背景与目标</a:t>
            </a:r>
            <a:endParaRPr lang="zh-CN" altLang="en-US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r>
              <a:rPr lang="zh-CN" altLang="en-US"/>
              <a:t>背景</a:t>
            </a:r>
            <a:endParaRPr lang="en-US"/>
          </a:p>
          <a:p>
            <a:pPr lvl="1"/>
            <a:r>
              <a:rPr lang="en-US"/>
              <a:t>编译器实现高级语言到目标语言的自动转换</a:t>
            </a:r>
            <a:endParaRPr lang="en-US"/>
          </a:p>
          <a:p>
            <a:pPr lvl="1"/>
            <a:r>
              <a:rPr lang="en-US"/>
              <a:t>本项目属于源到源编译（Pascal-S → C）</a:t>
            </a:r>
            <a:endParaRPr lang="en-US"/>
          </a:p>
          <a:p>
            <a:pPr lvl="1"/>
            <a:r>
              <a:rPr lang="en-US"/>
              <a:t>需要解决语法结构与语义映射问题</a:t>
            </a:r>
            <a:endParaRPr lang="en-US"/>
          </a:p>
          <a:p>
            <a:pPr lvl="0"/>
            <a:r>
              <a:rPr lang="zh-CN" altLang="en-US" sz="2000"/>
              <a:t>目标</a:t>
            </a:r>
            <a:endParaRPr lang="en-US"/>
          </a:p>
          <a:p>
            <a:pPr lvl="1"/>
            <a:r>
              <a:rPr lang="en-US"/>
              <a:t>实现 Pascal-S → C 自动翻译</a:t>
            </a:r>
            <a:endParaRPr lang="en-US"/>
          </a:p>
          <a:p>
            <a:pPr lvl="1"/>
            <a:r>
              <a:rPr lang="en-US"/>
              <a:t>完成：</a:t>
            </a:r>
            <a:endParaRPr lang="en-US"/>
          </a:p>
          <a:p>
            <a:pPr lvl="2"/>
            <a:r>
              <a:rPr lang="en-US"/>
              <a:t>词法分析</a:t>
            </a:r>
            <a:endParaRPr lang="en-US"/>
          </a:p>
          <a:p>
            <a:pPr lvl="2"/>
            <a:r>
              <a:rPr lang="en-US"/>
              <a:t>语法分析</a:t>
            </a:r>
            <a:endParaRPr lang="en-US"/>
          </a:p>
          <a:p>
            <a:pPr lvl="2"/>
            <a:r>
              <a:rPr lang="en-US"/>
              <a:t>语义分析</a:t>
            </a:r>
            <a:endParaRPr lang="en-US"/>
          </a:p>
          <a:p>
            <a:pPr lvl="2"/>
            <a:r>
              <a:rPr lang="en-US"/>
              <a:t>代码生成</a:t>
            </a:r>
            <a:endParaRPr lang="en-US"/>
          </a:p>
          <a:p>
            <a:pPr lvl="1"/>
            <a:r>
              <a:rPr lang="en-US"/>
              <a:t>保证翻译结果语义等价，并支持错误检测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总体设计回顾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193290"/>
            <a:ext cx="10515600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当前进展</a:t>
            </a:r>
            <a:endParaRPr lang="zh-CN" alt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647700" y="1825625"/>
          <a:ext cx="105156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进度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/>
                        <a:t>词法分析</a:t>
                      </a:r>
                      <a:endParaRPr lang="zh-CN" altLang="x-none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已完成全部基本需求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/>
                        <a:t>语法分析</a:t>
                      </a:r>
                      <a:endParaRPr lang="zh-CN" altLang="x-none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已完成</a:t>
                      </a:r>
                      <a:r>
                        <a:rPr lang="zh-CN" altLang="en-US" sz="1800">
                          <a:sym typeface="+mn-ea"/>
                        </a:rPr>
                        <a:t>全部基本需求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/>
                        <a:t>语义分析</a:t>
                      </a:r>
                      <a:endParaRPr lang="zh-CN" altLang="x-none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已完成</a:t>
                      </a:r>
                      <a:r>
                        <a:rPr lang="zh-CN" altLang="en-US" sz="1800">
                          <a:sym typeface="+mn-ea"/>
                        </a:rPr>
                        <a:t>全部基本需求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/>
                        <a:t>代码生成</a:t>
                      </a:r>
                      <a:endParaRPr lang="zh-CN" altLang="x-none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已完成</a:t>
                      </a:r>
                      <a:r>
                        <a:rPr lang="zh-CN" altLang="en-US" sz="1800">
                          <a:sym typeface="+mn-ea"/>
                        </a:rPr>
                        <a:t>全部基本需求</a:t>
                      </a:r>
                      <a:endParaRPr lang="en-US"/>
                    </a:p>
                  </a:txBody>
                  <a:tcPr/>
                </a:tc>
              </a:tr>
              <a:tr h="3403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x-none"/>
                        <a:t>错误记录</a:t>
                      </a:r>
                      <a:endParaRPr lang="zh-CN" altLang="x-none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仅支持报出一个错误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阶段性成果展示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Content Placeholder 6" descr="d206722795233ab21641914575f2337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6430" y="1584325"/>
            <a:ext cx="10516870" cy="5637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阶段性成果展示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5160" y="1584325"/>
            <a:ext cx="10518140" cy="3862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阶段性成果展示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8335" y="1584325"/>
            <a:ext cx="10514965" cy="41738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阶段性成果展示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9445" y="1584325"/>
            <a:ext cx="10523855" cy="5001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阶段性成果展示</a:t>
            </a:r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584325"/>
            <a:ext cx="10515600" cy="20923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当前风险与不足</a:t>
            </a:r>
            <a:endParaRPr lang="en-US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Content Placeholder 5"/>
          <p:cNvSpPr/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不支持错误处理与恢复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当前系统在遇到词法/语法/语义错误时缺乏统一的错误处理机制，无法进行有效恢复，可能导致后续分析流程中断或结果不可靠。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附加功能缺少测试用例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扩展功能模块目前测试覆盖不足，主要依赖基础输入验证，缺少边界情况与异常场景的系统性测试，存在潜在稳定性风险。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四遍处理，性能较低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当前实现采用多遍扫描机制（如语义分析/中间处理分阶段执行），虽然结构清晰，但带来额外时间开销，在大规模输入下性能表现不够理想。</a:t>
            </a:r>
            <a:endParaRPr lang="zh-CN" altLang="en-US"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后续计划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支持错误处理与恢复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引入统一的错误检测与恢复策略，提升编译流程的健壮性，尽量保证在局部错误情况下仍可继续分析。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测试附加功能与错误处理功能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针对附加功能及错误处理模块补充系统性测试用例，覆盖边界情况与异常输入，提高整体可靠性。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尝试模块间并行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在保证语义正确性的前提下，探索不同编译阶段（如分析与中间处理）的并行执行方式，以提升整体性能表现。</a:t>
            </a:r>
            <a:endParaRPr lang="zh-CN" altLang="en-US">
              <a:sym typeface="+mn-ea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WPS Presentation</Application>
  <PresentationFormat>宽屏</PresentationFormat>
  <Paragraphs>111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DejaVu Sans</vt:lpstr>
      <vt:lpstr>Arial Black</vt:lpstr>
      <vt:lpstr>SimSun</vt:lpstr>
      <vt:lpstr>文泉驿微米黑</vt:lpstr>
      <vt:lpstr>SimSun</vt:lpstr>
      <vt:lpstr>Microsoft YaHei</vt:lpstr>
      <vt:lpstr>Arial Unicode MS</vt:lpstr>
      <vt:lpstr>OpenSymbol</vt:lpstr>
      <vt:lpstr>Office Theme</vt:lpstr>
      <vt:lpstr> Pascal-S2C项目 中期汇报</vt:lpstr>
      <vt:lpstr>本次内容概览</vt:lpstr>
      <vt:lpstr>项目背景与目标</vt:lpstr>
      <vt:lpstr>总体设计回顾</vt:lpstr>
      <vt:lpstr>当前进展</vt:lpstr>
      <vt:lpstr>阶段性成果展示</vt:lpstr>
      <vt:lpstr>阶段性成果展示</vt:lpstr>
      <vt:lpstr>阶段性成果展示</vt:lpstr>
      <vt:lpstr>阶段性成果展示</vt:lpstr>
      <vt:lpstr>阶段性成果展示</vt:lpstr>
      <vt:lpstr>当前风险与不足</vt:lpstr>
      <vt:lpstr>后续计划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abe</cp:lastModifiedBy>
  <cp:revision>42</cp:revision>
  <dcterms:created xsi:type="dcterms:W3CDTF">2026-04-17T03:59:38Z</dcterms:created>
  <dcterms:modified xsi:type="dcterms:W3CDTF">2026-04-17T03:59:38Z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